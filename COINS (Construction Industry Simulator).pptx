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February 28, 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40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February 28, 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4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82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Monday, February 28, 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90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1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65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53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3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0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February 28, 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8753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E5B6AE-5EFE-45F0-A2AE-ED771CA3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EBC2D-BC51-4CDF-BC85-74A257FAE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662400"/>
            <a:ext cx="11293200" cy="1000800"/>
          </a:xfrm>
        </p:spPr>
        <p:txBody>
          <a:bodyPr anchor="ctr">
            <a:normAutofit/>
          </a:bodyPr>
          <a:lstStyle/>
          <a:p>
            <a:r>
              <a:rPr lang="en-US" sz="5400" dirty="0"/>
              <a:t>COINS (Construction Industry Simulator)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2F5DC-498E-4A24-A8CD-B84484E3D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5" y="1652400"/>
            <a:ext cx="11293200" cy="984885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600" dirty="0"/>
              <a:t>Runtime Terror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Paris Wood, Adam Johnes, Blake Carroll, Thomas </a:t>
            </a:r>
            <a:r>
              <a:rPr lang="en-US" sz="2600" dirty="0" err="1"/>
              <a:t>Siganga</a:t>
            </a:r>
            <a:endParaRPr lang="en-US" sz="2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5B435-D9F3-4A31-B89E-36741390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450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E61A195-253E-4034-BF2F-1E8CABCB32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702" b="20320"/>
          <a:stretch/>
        </p:blipFill>
        <p:spPr>
          <a:xfrm>
            <a:off x="20" y="2959198"/>
            <a:ext cx="12191980" cy="389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22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59B80-721A-45D5-A171-A47331E59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D960-F633-47C8-B688-E555F3669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COINS is a website that is known for simulating the activities of buying, contracting and building construction projects</a:t>
            </a:r>
          </a:p>
          <a:p>
            <a:r>
              <a:rPr lang="en-US" dirty="0"/>
              <a:t>The running version can be found at coinsim.org/big50</a:t>
            </a:r>
          </a:p>
          <a:p>
            <a:r>
              <a:rPr lang="en-US" dirty="0"/>
              <a:t>Our broad goal is to develop a newer, more reliable version, known as big60</a:t>
            </a:r>
          </a:p>
        </p:txBody>
      </p:sp>
    </p:spTree>
    <p:extLst>
      <p:ext uri="{BB962C8B-B14F-4D97-AF65-F5344CB8AC3E}">
        <p14:creationId xmlns:p14="http://schemas.microsoft.com/office/powerpoint/2010/main" val="2272063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ED6A4-EA7E-4BCB-AE26-4FC71C0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83B98-9BEC-4340-AA2F-F2FAD0DE7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Customer Proxy: Paris Wood</a:t>
            </a:r>
          </a:p>
          <a:p>
            <a:r>
              <a:rPr lang="en-US" sz="2400" dirty="0"/>
              <a:t>Note Taker (during meetings): Thomas </a:t>
            </a:r>
            <a:r>
              <a:rPr lang="en-US" sz="2400" dirty="0" err="1"/>
              <a:t>Siganga</a:t>
            </a:r>
            <a:endParaRPr lang="en-US" sz="2400" dirty="0"/>
          </a:p>
          <a:p>
            <a:r>
              <a:rPr lang="en-US" sz="2400" dirty="0"/>
              <a:t>Time Manager (sprints): Blake Carroll</a:t>
            </a:r>
          </a:p>
          <a:p>
            <a:r>
              <a:rPr lang="en-US" sz="2400" dirty="0"/>
              <a:t>Team Leader: Adam Johnes</a:t>
            </a:r>
          </a:p>
        </p:txBody>
      </p:sp>
    </p:spTree>
    <p:extLst>
      <p:ext uri="{BB962C8B-B14F-4D97-AF65-F5344CB8AC3E}">
        <p14:creationId xmlns:p14="http://schemas.microsoft.com/office/powerpoint/2010/main" val="107499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C8B4-A769-4C57-818F-AD6818FC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596DA-457F-4EF5-B6B5-E04282ED2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plan on meeting thru discord, at least every Wednesday at 3PM, although we may certainly meet more than that, if necessary</a:t>
            </a:r>
          </a:p>
          <a:p>
            <a:r>
              <a:rPr lang="en-US" dirty="0"/>
              <a:t>Additionally, we met with our client, Dr. Christopher Gordon, on 2/22. He gave us a brief overview of COINS and the tasks that we would be met with</a:t>
            </a:r>
          </a:p>
          <a:p>
            <a:r>
              <a:rPr lang="en-US" dirty="0"/>
              <a:t>We also met with Shawn, a student who formerly worked on this project and he gave us a more insightful explanation of our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49022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AnalogousFromLightSeedLeftStep">
      <a:dk1>
        <a:srgbClr val="000000"/>
      </a:dk1>
      <a:lt1>
        <a:srgbClr val="FFFFFF"/>
      </a:lt1>
      <a:dk2>
        <a:srgbClr val="412624"/>
      </a:dk2>
      <a:lt2>
        <a:srgbClr val="E8E6E2"/>
      </a:lt2>
      <a:accent1>
        <a:srgbClr val="94A4C5"/>
      </a:accent1>
      <a:accent2>
        <a:srgbClr val="7CA9B8"/>
      </a:accent2>
      <a:accent3>
        <a:srgbClr val="82ACA5"/>
      </a:accent3>
      <a:accent4>
        <a:srgbClr val="77AE8E"/>
      </a:accent4>
      <a:accent5>
        <a:srgbClr val="81AD81"/>
      </a:accent5>
      <a:accent6>
        <a:srgbClr val="8BAB75"/>
      </a:accent6>
      <a:hlink>
        <a:srgbClr val="938059"/>
      </a:hlink>
      <a:folHlink>
        <a:srgbClr val="7F7F7F"/>
      </a:folHlink>
    </a:clrScheme>
    <a:fontScheme name="Custom 3">
      <a:majorFont>
        <a:latin typeface="Source Sans Pro Light"/>
        <a:ea typeface=""/>
        <a:cs typeface=""/>
      </a:majorFont>
      <a:minorFont>
        <a:latin typeface="Source Sans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178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 Light</vt:lpstr>
      <vt:lpstr>Source Sans Pro</vt:lpstr>
      <vt:lpstr>Source Sans Pro Light</vt:lpstr>
      <vt:lpstr>ThinLineVTI</vt:lpstr>
      <vt:lpstr>COINS (Construction Industry Simulator)</vt:lpstr>
      <vt:lpstr>More COINS</vt:lpstr>
      <vt:lpstr>Roles</vt:lpstr>
      <vt:lpstr>Meetings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COINS (Construction Industry Simulator)</dc:title>
  <dc:creator>Johnes, Adam</dc:creator>
  <cp:lastModifiedBy>Johnes, Adam</cp:lastModifiedBy>
  <cp:revision>1</cp:revision>
  <dcterms:created xsi:type="dcterms:W3CDTF">2022-02-28T16:12:16Z</dcterms:created>
  <dcterms:modified xsi:type="dcterms:W3CDTF">2022-02-28T16:25:54Z</dcterms:modified>
</cp:coreProperties>
</file>